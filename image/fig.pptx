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5" d="100"/>
          <a:sy n="65" d="100"/>
        </p:scale>
        <p:origin x="1712" y="10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FDAF0C-3362-14A4-3B81-940D8CBD9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C8C9816-B1D6-B928-3D2E-F98270724A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B65887-3D2B-758C-BB7B-F5CA78515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16AD6-249C-4BCD-9703-94969F2A8365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82E30A-7238-CA10-D68A-4D567E9C6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1E31CF-198D-F903-1784-F25C6EA97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CBEC1-CA67-436B-BC3A-B929FB4365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0495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96A3F6-70B2-AD0D-D4AF-165A42AD1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AD3E49-DEC9-015B-C869-0AAD5747A2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2D9054-F9EA-ED23-1B21-02F910FB4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16AD6-249C-4BCD-9703-94969F2A8365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80044D-B356-8035-2224-DBA4F1844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230CF0-8EEE-7E95-F4A5-F7D49CE7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CBEC1-CA67-436B-BC3A-B929FB4365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358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21E433-D9A2-3E50-BCAF-EC18BDAB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FE12435-710C-6F35-0392-F618319969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471BD6-5CA4-93A8-3565-AB2C8D0DC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16AD6-249C-4BCD-9703-94969F2A8365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F07FE8-75B8-0947-00E9-A4A2E3BB3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EC0B82-972F-056C-07A9-B5487C540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CBEC1-CA67-436B-BC3A-B929FB4365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4489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79D8A7-6D87-B673-4030-900B95453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53A46B-1F3E-F713-A9B1-8967C69002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3A6BB1B-7F8B-AADD-A1D3-5FAC190CF6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D3BDC1E-A6AC-CD1C-7711-D5EB3ADBA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16AD6-249C-4BCD-9703-94969F2A8365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916706D-89B4-01DF-A199-164AD8208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8DEF1B-25A7-40C7-7C0C-583B24BD7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CBEC1-CA67-436B-BC3A-B929FB4365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524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E042BE-4CEF-BFEF-F97C-58B4B1C41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4869A6-4F7C-4576-7CA9-596145D139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B926AF1-FE40-8AE0-42E4-A18DF40CA8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D18ED77-197A-B403-4267-F3F791C5D6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0B70B6D-82A1-9E60-F345-C2AFE8532D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5FBC228-7B2B-836D-81E5-9CDAF19BD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16AD6-249C-4BCD-9703-94969F2A8365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9AA1AE6-AE21-8174-11A2-2A75815BC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2A5255E-E08E-3B1E-EDB2-BC6B20409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CBEC1-CA67-436B-BC3A-B929FB4365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548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EC2D3D-300B-5A30-0049-3B487D05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A803FE7-A4EE-8157-8F0B-7CC17755E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16AD6-249C-4BCD-9703-94969F2A8365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2D2AF43-4007-7EFE-BBB9-88540FD6B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3AE6112-103F-253A-B8C8-E0B85A6FD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CBEC1-CA67-436B-BC3A-B929FB4365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2466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0637174-15DE-5C7B-90FA-FBE5A9939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16AD6-249C-4BCD-9703-94969F2A8365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9BECAB1-B4DD-B7DE-C2B1-0922238E4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A91BA-AF53-23C9-56C8-141DA5698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CBEC1-CA67-436B-BC3A-B929FB4365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8272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0C86F5-D3C4-BF96-DA5F-33722F3B3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8A80C8-A69A-8E3F-5F76-F890601A0D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0AB34CC-922E-ABEB-C927-B941470803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07C7E9-C2A2-9B81-2A77-B47FCF7A7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16AD6-249C-4BCD-9703-94969F2A8365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519B85-6CE1-FF25-4F5E-9CAC88D14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FA90182-8E84-50B9-FB05-79CBF7693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CBEC1-CA67-436B-BC3A-B929FB4365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1954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AA9E37-E61B-69FC-5940-390C905CD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744DCFB-8B08-210B-B9D0-60B7C3CF69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272D6A8-FA74-D298-55B3-5A806B314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BC6E3B1-E4CB-D61A-DBDE-ABF6C4C90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16AD6-249C-4BCD-9703-94969F2A8365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7107AD-5F49-C55A-5286-EBEDE15F3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F117F08-F6AB-0D29-7DBF-8252DA769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CBEC1-CA67-436B-BC3A-B929FB4365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6608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F84214-A4F1-225E-0717-B744A926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2B1B6B8-A1D7-4A20-09C2-599073CCA3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FDA757-64F7-8013-D3D5-15F3219D9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16AD6-249C-4BCD-9703-94969F2A8365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96CCC5-7727-60BB-2D8F-F6211CCC3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60BB36-6512-2E49-7650-C0828CD4D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CBEC1-CA67-436B-BC3A-B929FB4365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0011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0673899-B58A-C85E-B771-7F34929460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97D2B6F-8874-1674-4586-BA6BFB1763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D67B28-1314-C18D-3387-877B8DE5F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16AD6-249C-4BCD-9703-94969F2A8365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70D6BA-412D-5342-827D-387B84D86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3222A9-7EBB-8F7A-052C-C977F052B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CBEC1-CA67-436B-BC3A-B929FB4365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5878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3498116-4F9B-447F-5051-55D922B1E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D117BB-8B29-13B3-D020-AE2B7DE6EE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619E95-0FE3-5825-0CD6-879AA51614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516AD6-249C-4BCD-9703-94969F2A8365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44B9CB-B6B1-FB03-2368-0911C73A90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BFE574-01E0-529D-CD0A-117C2469D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BCBEC1-CA67-436B-BC3A-B929FB4365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1522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>
            <a:extLst>
              <a:ext uri="{FF2B5EF4-FFF2-40B4-BE49-F238E27FC236}">
                <a16:creationId xmlns:a16="http://schemas.microsoft.com/office/drawing/2014/main" id="{AA6E67CD-6A79-E825-88F2-88D8EBB98082}"/>
              </a:ext>
            </a:extLst>
          </p:cNvPr>
          <p:cNvGrpSpPr/>
          <p:nvPr/>
        </p:nvGrpSpPr>
        <p:grpSpPr>
          <a:xfrm>
            <a:off x="-125840" y="-280535"/>
            <a:ext cx="10361718" cy="8579530"/>
            <a:chOff x="-125840" y="-280535"/>
            <a:chExt cx="10361718" cy="8579530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FF8F1BF2-328D-8244-D702-E4DE84E9B0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839" y="4127091"/>
              <a:ext cx="4789964" cy="3822253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5A8397B2-E0E5-61E4-25FF-ED25BE858F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5840" y="-280535"/>
              <a:ext cx="4828536" cy="3822253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0E016C7C-BBCD-8BAF-88C6-84EFB02176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24622" y="-280535"/>
              <a:ext cx="4811256" cy="3822253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3634ABA3-CF96-4559-1801-ED0F633AEE4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69471" y="3777438"/>
              <a:ext cx="4521557" cy="4521557"/>
            </a:xfrm>
            <a:prstGeom prst="rect">
              <a:avLst/>
            </a:prstGeom>
          </p:spPr>
        </p:pic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A44AC5F0-A066-123F-0416-27AB9EB1B8DB}"/>
                </a:ext>
              </a:extLst>
            </p:cNvPr>
            <p:cNvCxnSpPr>
              <a:stCxn id="7" idx="3"/>
              <a:endCxn id="9" idx="1"/>
            </p:cNvCxnSpPr>
            <p:nvPr/>
          </p:nvCxnSpPr>
          <p:spPr>
            <a:xfrm>
              <a:off x="4702696" y="1630592"/>
              <a:ext cx="72192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8AB694E8-A597-BDCC-C539-07202F261EAA}"/>
                </a:ext>
              </a:extLst>
            </p:cNvPr>
            <p:cNvCxnSpPr>
              <a:stCxn id="9" idx="2"/>
              <a:endCxn id="5" idx="0"/>
            </p:cNvCxnSpPr>
            <p:nvPr/>
          </p:nvCxnSpPr>
          <p:spPr>
            <a:xfrm flipH="1">
              <a:off x="2269143" y="3541718"/>
              <a:ext cx="5561107" cy="58537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92BCC62B-AF1E-64D2-C8DE-91AD26F5EFB6}"/>
                </a:ext>
              </a:extLst>
            </p:cNvPr>
            <p:cNvCxnSpPr>
              <a:stCxn id="5" idx="3"/>
              <a:endCxn id="11" idx="1"/>
            </p:cNvCxnSpPr>
            <p:nvPr/>
          </p:nvCxnSpPr>
          <p:spPr>
            <a:xfrm flipV="1">
              <a:off x="4664125" y="6038217"/>
              <a:ext cx="905346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27325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1013 Guest</dc:creator>
  <cp:lastModifiedBy>1013 Guest</cp:lastModifiedBy>
  <cp:revision>1</cp:revision>
  <dcterms:created xsi:type="dcterms:W3CDTF">2025-11-11T00:25:34Z</dcterms:created>
  <dcterms:modified xsi:type="dcterms:W3CDTF">2025-11-11T00:27:38Z</dcterms:modified>
</cp:coreProperties>
</file>